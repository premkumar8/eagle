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cover_17802485773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58B2A"/>
                </a:solidFill>
              </a:defRPr>
            </a:pPr>
            <a:r>
              <a:t>BUSINESS SYSTEMS ENGINEERING</a:t>
            </a:r>
          </a:p>
          <a:p>
            <a:pPr algn="l">
              <a:defRPr sz="5600" b="1">
                <a:solidFill>
                  <a:srgbClr val="FFFFFF"/>
                </a:solidFill>
              </a:defRPr>
            </a:pPr>
            <a:r>
              <a:t>EAGLE INNOVATIONS</a:t>
            </a:r>
          </a:p>
          <a:p>
            <a:pPr algn="l">
              <a:defRPr sz="1800">
                <a:solidFill>
                  <a:srgbClr val="F5F7FB"/>
                </a:solidFill>
              </a:defRPr>
            </a:pPr>
            <a:r>
              <a:t>High-Performance CRMs, Active Dashboards, and Process Automations for Growing Teams.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01828"/>
                </a:solidFill>
                <a:latin typeface="Arial"/>
              </a:defRPr>
            </a:pPr>
            <a:r>
              <a:t>The Core Challenge: Software That Doesn't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Rigid Off-The-Shelf Solutions: Buying standardized portals or CRMs forces your operational teams to change how they work, creating inefficiencies.</a:t>
            </a:r>
          </a:p>
          <a:p/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Spreadsheet &amp; Manual Chaos: Growing teams often default to copy-pasting customer data across scattered spreadsheets, causing human errors and data silos.</a:t>
            </a:r>
          </a:p>
          <a:p/>
          <a:p>
            <a:pPr>
              <a:defRPr sz="1600" b="1">
                <a:solidFill>
                  <a:srgbClr val="101828"/>
                </a:solidFill>
                <a:latin typeface="Arial"/>
              </a:defRPr>
            </a:pPr>
            <a:r>
              <a:t>Fragmented Vision: Without a single, central operational layer, leadership loses visibility into real-time metrics, pipeline bottlenecks, and team performance.</a:t>
            </a:r>
          </a:p>
          <a:p/>
          <a:p>
            <a:pPr>
              <a:defRPr sz="1600" b="1">
                <a:solidFill>
                  <a:srgbClr val="101828"/>
                </a:solidFill>
                <a:latin typeface="Arial"/>
              </a:defRPr>
            </a:pPr>
            <a:r>
              <a:t>Our Solution: Eagle Innovations engineers custom business software designed specifically around your exact processes, database models, and executive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01828"/>
                </a:solidFill>
                <a:latin typeface="Arial"/>
              </a:defRPr>
            </a:pPr>
            <a:r>
              <a:t>Core Capabilities: Digital Systems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1. Custom CRMs &amp; Client Portals</a:t>
            </a:r>
          </a:p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We build centralized hubs to manage customer communication, leads, ticket flows, and operations in a unified workspace.</a:t>
            </a:r>
          </a:p>
          <a:p/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2. Executive BI Dashboards</a:t>
            </a:r>
          </a:p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Consolidate multiple data streams into real-time analytical command centers, allowing leadership to spot performance trends and operational risks.</a:t>
            </a:r>
          </a:p>
          <a:p/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3. Workflow &amp; AI Automation</a:t>
            </a:r>
          </a:p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Connect forms, approvals, cloud storage, notifications, and reports to save your staff 10+ hours per week per employee by automating repetitive work.</a:t>
            </a:r>
          </a:p>
        </p:txBody>
      </p:sp>
      <p:pic>
        <p:nvPicPr>
          <p:cNvPr id="4" name="Picture 3" descr="workflow_automation_1780248614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01828"/>
                </a:solidFill>
                <a:latin typeface="Arial"/>
              </a:defRPr>
            </a:pPr>
            <a:r>
              <a:t>Product Foundations: Ready Systems, Faster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AppGenius Logistics CRM &amp; Automation:</a:t>
            </a:r>
          </a:p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Tailored portal integrating inventory, shipping alerts, and ticket systems directly into a clean backend workflow.</a:t>
            </a:r>
          </a:p>
          <a:p/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DataViz Analytics Dashboard:</a:t>
            </a:r>
          </a:p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An executive-ready dashboard engine offering rapid charts, data consolidation, and drill-down metrics capabilities.</a:t>
            </a:r>
          </a:p>
          <a:p/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VisionPro Object Detection Platform:</a:t>
            </a:r>
          </a:p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A computer vision platform transforming camera feeds and snapshots into audit-ready operations metrics and zone compliance alerts.</a:t>
            </a:r>
          </a:p>
          <a:p/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Enterprise Systems Manager (ESM):</a:t>
            </a:r>
          </a:p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Central command center monitoring cloud health, logs, and database metrics in real-time.</a:t>
            </a:r>
          </a:p>
        </p:txBody>
      </p:sp>
      <p:pic>
        <p:nvPicPr>
          <p:cNvPr id="4" name="Picture 3" descr="dashboard_mockup_17802485956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01828"/>
                </a:solidFill>
                <a:latin typeface="Arial"/>
              </a:defRPr>
            </a:pPr>
            <a:r>
              <a:t>Proven In Production: Our Active Live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We maintain fully operational digital platforms running under active workloads. You can explore these live systems on our website:</a:t>
            </a:r>
          </a:p>
          <a:p/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Eagle Business AI Workspace: A secure, authenticated corporate workspace providing integrated AI-assisted tools and secure internal intelligence access.</a:t>
            </a:r>
          </a:p>
          <a:p/>
          <a:p>
            <a:pPr>
              <a:defRPr sz="1600" b="1">
                <a:solidFill>
                  <a:srgbClr val="101828"/>
                </a:solidFill>
                <a:latin typeface="Arial"/>
              </a:defRPr>
            </a:pPr>
            <a:r>
              <a:t>TN Election Insights: A responsive, high-performance feedback and constituency voter survey analytics dashboard.</a:t>
            </a:r>
          </a:p>
          <a:p/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Aayus Naturals Devotional E-Commerce: A robust, full-featured retail platform showcasing catalog search, cart architecture, and rapid WhatsApp touchpoint sync.</a:t>
            </a:r>
          </a:p>
          <a:p/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Lakshmi Jewellery Storefront: A highly aesthetic, fluid media storefront focused on premium branding, smooth CSS grids, and high-fidelity mobile browsing.</a:t>
            </a:r>
          </a:p>
          <a:p/>
          <a:p>
            <a:pPr>
              <a:defRPr sz="1600" b="1">
                <a:solidFill>
                  <a:srgbClr val="101828"/>
                </a:solidFill>
                <a:latin typeface="Arial"/>
              </a:defRPr>
            </a:pPr>
            <a:r>
              <a:t>PV School Parent Portal: A structured education portal managing academic information, admissions queries, and centralized parent communication.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01828"/>
                </a:solidFill>
                <a:latin typeface="Arial"/>
              </a:defRPr>
            </a:pPr>
            <a:r>
              <a:t>Client Success Stories: Real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1828"/>
                </a:solidFill>
                <a:latin typeface="Arial"/>
              </a:defRPr>
            </a:pPr>
            <a:r>
              <a:t>Case Study 1: Logistics CRM &amp; Workflow Automation</a:t>
            </a:r>
          </a:p>
          <a:p>
            <a:pPr>
              <a:defRPr sz="1600" b="1">
                <a:solidFill>
                  <a:srgbClr val="101828"/>
                </a:solidFill>
                <a:latin typeface="Arial"/>
              </a:defRPr>
            </a:pPr>
            <a:r>
              <a:t>  - The Problem: A logistics team spent 14 hours/week copy-pasting tracking data.</a:t>
            </a:r>
          </a:p>
          <a:p>
            <a:pPr>
              <a:defRPr sz="1600" b="1">
                <a:solidFill>
                  <a:srgbClr val="101828"/>
                </a:solidFill>
                <a:latin typeface="Arial"/>
              </a:defRPr>
            </a:pPr>
            <a:r>
              <a:t>  - The Solution: Custom Python synchronization scripts that automated the entire dispatch and customer notifications pipeline.</a:t>
            </a:r>
          </a:p>
          <a:p>
            <a:pPr>
              <a:defRPr sz="1600" b="1">
                <a:solidFill>
                  <a:srgbClr val="101828"/>
                </a:solidFill>
                <a:latin typeface="Arial"/>
              </a:defRPr>
            </a:pPr>
            <a:r>
              <a:t>  - The Result: Reduced manual workflow effort by 95% and achieved 100% data integrity.</a:t>
            </a:r>
          </a:p>
          <a:p/>
          <a:p>
            <a:pPr>
              <a:defRPr sz="1600" b="1">
                <a:solidFill>
                  <a:srgbClr val="101828"/>
                </a:solidFill>
                <a:latin typeface="Arial"/>
              </a:defRPr>
            </a:pPr>
            <a:r>
              <a:t>Case Study 2: OpenSearch Energy Analytics Command Center</a:t>
            </a:r>
          </a:p>
          <a:p>
            <a:pPr>
              <a:defRPr sz="1600" b="1">
                <a:solidFill>
                  <a:srgbClr val="101828"/>
                </a:solidFill>
                <a:latin typeface="Arial"/>
              </a:defRPr>
            </a:pPr>
            <a:r>
              <a:t>  - The Problem: A scaling energy provider had fragmented analytics across multiple servers, making real-time KPI analysis impossible.</a:t>
            </a:r>
          </a:p>
          <a:p>
            <a:pPr>
              <a:defRPr sz="1600" b="1">
                <a:solidFill>
                  <a:srgbClr val="101828"/>
                </a:solidFill>
                <a:latin typeface="Arial"/>
              </a:defRPr>
            </a:pPr>
            <a:r>
              <a:t>  - The Solution: A centralized OpenSearch metrics connector generating sub-second grid health analysis and interactive trend forecasts.</a:t>
            </a:r>
          </a:p>
          <a:p>
            <a:pPr>
              <a:defRPr sz="1600" b="1">
                <a:solidFill>
                  <a:srgbClr val="101828"/>
                </a:solidFill>
                <a:latin typeface="Arial"/>
              </a:defRPr>
            </a:pPr>
            <a:r>
              <a:t>  - The Result: Eliminated reporting latency and reduced operational response times.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01828"/>
                </a:solidFill>
                <a:latin typeface="Arial"/>
              </a:defRPr>
            </a:pPr>
            <a:r>
              <a:t>Transparent Pricing &amp; High-ROI Packages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Basic Business Website (Starting from INR 5,000)</a:t>
            </a:r>
          </a:p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  - Responsive showcase, custom contact forms, essential SEO, and 1 year maintenance.</a:t>
            </a:r>
          </a:p>
          <a:p/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Professional Platform Storefront (Starting from INR 8,999)</a:t>
            </a:r>
          </a:p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  - Custom visual layouts, lead conversion paths, high-fidelity galleries, and support.</a:t>
            </a:r>
          </a:p>
          <a:p/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Custom B2B CRM &amp; Dashboard (Starting from INR 12,000)</a:t>
            </a:r>
          </a:p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  - Full lead/customer database, secure follow-up tracking, dynamic reports, and 1 year support.</a:t>
            </a:r>
          </a:p>
          <a:p/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AI &amp; Intelligent Custom App (Starting from INR 25,000)</a:t>
            </a:r>
          </a:p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  - AI-assisted workflow modules, advanced automation tasks, database scaling, and maintenance.</a:t>
            </a:r>
          </a:p>
          <a:p/>
          <a:p>
            <a:pPr>
              <a:defRPr sz="1600" b="1">
                <a:solidFill>
                  <a:srgbClr val="101828"/>
                </a:solidFill>
                <a:latin typeface="Arial"/>
              </a:defRPr>
            </a:pPr>
            <a:r>
              <a:t>*Note: Every system we build includes 1 full year of dedicated maintenance and live deployment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01828"/>
                </a:solidFill>
                <a:latin typeface="Arial"/>
              </a:defRPr>
            </a:pPr>
            <a:r>
              <a:t>Robust &amp; Scalable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Backend &amp; Web Foundations: Python, Flask, Node.js, and secure RESTful API architectures.</a:t>
            </a:r>
          </a:p>
          <a:p/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Deep Learning &amp; Advanced Modeling: TensorFlow, Keras (LSTM forecasting models), and PyTorch ( biosignal convolutional neural networks).</a:t>
            </a:r>
          </a:p>
          <a:p/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Databases &amp; Search Engines: PostgreSQL, SQLite, and OpenSearch / Elasticsearch clustering.</a:t>
            </a:r>
          </a:p>
          <a:p/>
          <a:p>
            <a:pPr>
              <a:defRPr sz="1500" b="0">
                <a:solidFill>
                  <a:srgbClr val="101828"/>
                </a:solidFill>
                <a:latin typeface="Arial"/>
              </a:defRPr>
            </a:pPr>
            <a:r>
              <a:t>Modern Interface &amp; Aesthetics: Responsive front-end layouts, glassmorphism UI components, fluid CSS transitions, and unified, solid-color brand blend layouts.</a:t>
            </a:r>
          </a:p>
          <a:p/>
          <a:p>
            <a:pPr>
              <a:defRPr sz="1600" b="1">
                <a:solidFill>
                  <a:srgbClr val="101828"/>
                </a:solidFill>
                <a:latin typeface="Arial"/>
              </a:defRPr>
            </a:pPr>
            <a:r>
              <a:t>Centralized Scalability: Single-file config system (site-config.js) dynamically updating external integrations, WhatsApp gateways, and booking endpoints across all website sub-pages instantly.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cover_17802485773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58B2A"/>
                </a:solidFill>
              </a:defRPr>
            </a:pPr>
            <a:r>
              <a:t>PARTNER WITH EAGLE INNOVATIONS</a:t>
            </a:r>
          </a:p>
          <a:p>
            <a:pPr algn="l">
              <a:defRPr sz="4400" b="1">
                <a:solidFill>
                  <a:srgbClr val="FFFFFF"/>
                </a:solidFill>
              </a:defRPr>
            </a:pPr>
            <a:r>
              <a:t>Let's build your next digital system.</a:t>
            </a:r>
          </a:p>
          <a:p>
            <a:pPr algn="l">
              <a:defRPr sz="1600">
                <a:solidFill>
                  <a:srgbClr val="F5F7FB"/>
                </a:solidFill>
              </a:defRPr>
            </a:pPr>
            <a:r>
              <a:t>Tell us what is slowing your team down or what you want to launch next. We will respond with a practical, high-ROI workflow design.</a:t>
            </a:r>
          </a:p>
          <a:p/>
          <a:p>
            <a:pPr>
              <a:defRPr sz="1800" b="1">
                <a:solidFill>
                  <a:srgbClr val="FFFFFF"/>
                </a:solidFill>
              </a:defRPr>
            </a:pPr>
            <a:r>
              <a:t>🟢 Direct WhatsApp / Call: +91 82204 88716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✉️ Email Us: eaglegroupit@gmail.com</a:t>
            </a:r>
          </a:p>
          <a:p>
            <a:pPr>
              <a:defRPr sz="1800" b="1">
                <a:solidFill>
                  <a:srgbClr val="B58B2A"/>
                </a:solidFill>
              </a:defRPr>
            </a:pPr>
            <a:r>
              <a:t>🌐 Active Digital Workspace: https://eagleinnovations.in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